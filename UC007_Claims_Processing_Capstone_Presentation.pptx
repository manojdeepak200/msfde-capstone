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/>
              </a:defRPr>
            </a:pPr>
            <a:r>
              <a:t>AI-Powered Motor Claims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/>
              </a:defRPr>
            </a:pPr>
            <a:r>
              <a:t>Capstone Project Presentation | Claims Review &amp; Fraud Risk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5212080" cy="2468880"/>
          </a:xfrm>
          <a:prstGeom prst="rect">
            <a:avLst/>
          </a:prstGeom>
          <a:solidFill/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/>
              </a:defRPr>
            </a:pPr>
            <a:r>
              <a:t>1. Problem Statement and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5303520" cy="4754880"/>
          </a:xfrm>
          <a:prstGeom prst="rect">
            <a:avLst/>
          </a:prstGeom>
          <a:solidFill/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/>
              </a:defRPr>
            </a:pPr>
            <a:r>
              <a:t>2.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474720" cy="1645920"/>
          </a:xfrm>
          <a:prstGeom prst="rect">
            <a:avLst/>
          </a:prstGeom>
          <a:solidFill/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/>
              </a:defRPr>
            </a:pPr>
            <a:r>
              <a:t>The system correctly processed all five sample claims. It handled valid claims, missing-evidence cases, contradictory claims, policy-exception scenarios and fraud-like claim patterns with strong accuracy.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/>
              </a:defRPr>
            </a:pPr>
            <a:r>
              <a:t>3. Implementation – Framework &amp; Data 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/>
              </a:defRPr>
            </a:pPr>
            <a:r>
              <a:t>4. Results and Discussion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/>
              </a:defRPr>
            </a:pPr>
            <a:r>
              <a:t>5.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241280" cy="3383280"/>
          </a:xfrm>
          <a:prstGeom prst="rect">
            <a:avLst/>
          </a:prstGeom>
          <a:solidFill/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/>
              </a:defRPr>
            </a:pPr>
            <a:r>
              <a:t>This capstone project demonstrates a realistic and governance-safe AI use case in insurance operations.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/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45920"/>
            <a:ext cx="8229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/>
              </a:defRPr>
            </a:pPr>
            <a:r>
              <a:t>Thank You</a:t>
            </a:r>
          </a:p>
          <a:p>
            <a:pPr>
              <a:defRPr sz="2200">
                <a:solidFill/>
              </a:defRPr>
            </a:pPr>
            <a:r>
              <a:t>Capstone Project Evaluation Presentation</a:t>
            </a:r>
          </a:p>
          <a:p>
            <a:pPr>
              <a:defRPr sz="1600">
                <a:solidFill/>
              </a:defRPr>
            </a:pPr>
            <a:r>
              <a:t>AI-Powered Motor Claims Review | Human-in-the-loop decision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